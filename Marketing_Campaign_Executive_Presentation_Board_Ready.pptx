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el Albornoz" userId="857ece188491afe8" providerId="LiveId" clId="{3C17915A-1069-4FE4-9A9E-9F34E597328D}"/>
    <pc:docChg chg="custSel modSld">
      <pc:chgData name="Daviel Albornoz" userId="857ece188491afe8" providerId="LiveId" clId="{3C17915A-1069-4FE4-9A9E-9F34E597328D}" dt="2026-05-10T14:26:07.381" v="21" actId="1076"/>
      <pc:docMkLst>
        <pc:docMk/>
      </pc:docMkLst>
      <pc:sldChg chg="modSp mod">
        <pc:chgData name="Daviel Albornoz" userId="857ece188491afe8" providerId="LiveId" clId="{3C17915A-1069-4FE4-9A9E-9F34E597328D}" dt="2026-05-10T14:26:07.381" v="21" actId="1076"/>
        <pc:sldMkLst>
          <pc:docMk/>
          <pc:sldMk cId="0" sldId="257"/>
        </pc:sldMkLst>
        <pc:spChg chg="mod">
          <ac:chgData name="Daviel Albornoz" userId="857ece188491afe8" providerId="LiveId" clId="{3C17915A-1069-4FE4-9A9E-9F34E597328D}" dt="2026-05-10T14:26:07.381" v="21" actId="1076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Daviel Albornoz" userId="857ece188491afe8" providerId="LiveId" clId="{3C17915A-1069-4FE4-9A9E-9F34E597328D}" dt="2026-05-09T19:31:43.143" v="16" actId="14100"/>
        <pc:sldMkLst>
          <pc:docMk/>
          <pc:sldMk cId="0" sldId="259"/>
        </pc:sldMkLst>
        <pc:spChg chg="mod">
          <ac:chgData name="Daviel Albornoz" userId="857ece188491afe8" providerId="LiveId" clId="{3C17915A-1069-4FE4-9A9E-9F34E597328D}" dt="2026-05-09T19:31:21.723" v="11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viel Albornoz" userId="857ece188491afe8" providerId="LiveId" clId="{3C17915A-1069-4FE4-9A9E-9F34E597328D}" dt="2026-05-09T19:31:33.623" v="14" actId="14100"/>
          <ac:spMkLst>
            <pc:docMk/>
            <pc:sldMk cId="0" sldId="259"/>
            <ac:spMk id="4" creationId="{00000000-0000-0000-0000-000000000000}"/>
          </ac:spMkLst>
        </pc:spChg>
        <pc:picChg chg="mod">
          <ac:chgData name="Daviel Albornoz" userId="857ece188491afe8" providerId="LiveId" clId="{3C17915A-1069-4FE4-9A9E-9F34E597328D}" dt="2026-05-09T19:31:43.143" v="16" actId="14100"/>
          <ac:picMkLst>
            <pc:docMk/>
            <pc:sldMk cId="0" sldId="259"/>
            <ac:picMk id="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 Ejecutivo de Crecimiento de Marketing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Comite de Direccion | Campanas A/B y canales de difusion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473" y="274638"/>
            <a:ext cx="5275053" cy="1143000"/>
          </a:xfrm>
        </p:spPr>
        <p:txBody>
          <a:bodyPr>
            <a:normAutofit fontScale="90000"/>
          </a:bodyPr>
          <a:lstStyle/>
          <a:p>
            <a:r>
              <a:rPr dirty="0"/>
              <a:t>Snapshot </a:t>
            </a:r>
            <a:r>
              <a:rPr dirty="0" err="1"/>
              <a:t>Ejecutivo</a:t>
            </a:r>
            <a:r>
              <a:rPr dirty="0"/>
              <a:t> (</a:t>
            </a:r>
            <a:r>
              <a:rPr dirty="0" err="1"/>
              <a:t>situacion</a:t>
            </a:r>
            <a:r>
              <a:rPr dirty="0"/>
              <a:t> actual)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Ingresos totales actuales: $2,314,742.53</a:t>
            </a:r>
          </a:p>
          <a:p>
            <a:pPr>
              <a:defRPr sz="1800"/>
            </a:pPr>
            <a:r>
              <a:t>Conversion global: 47.71%</a:t>
            </a:r>
          </a:p>
          <a:p>
            <a:pPr>
              <a:defRPr sz="1800"/>
            </a:pPr>
            <a:r>
              <a:t>Ticket promedio por conversion: $48.52</a:t>
            </a:r>
          </a:p>
          <a:p>
            <a:pPr>
              <a:defRPr sz="1800"/>
            </a:pPr>
            <a:r>
              <a:t>Combinacion lider actual: B + Email ($533,037)</a:t>
            </a:r>
          </a:p>
          <a:p>
            <a:pPr>
              <a:defRPr sz="1800"/>
            </a:pPr>
            <a:r>
              <a:t>Mejor palanca de nuevos clientes: B + Email ($225,286)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solicitada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Aprobar piloto de 4 semanas con reasignacion de presupuesto hacia B + Email.</a:t>
            </a:r>
          </a:p>
          <a:p>
            <a:pPr>
              <a:defRPr sz="1800"/>
            </a:pPr>
            <a:r>
              <a:t>Objetivo: aumentar ingresos sin deteriorar conversion ni ticket promedio.</a:t>
            </a:r>
          </a:p>
          <a:p>
            <a:pPr>
              <a:defRPr sz="1800"/>
            </a:pPr>
            <a:r>
              <a:t>Alcance: creatividad, landing page y segmentacion por cliente nuevo/existente.</a:t>
            </a:r>
          </a:p>
          <a:p>
            <a:pPr>
              <a:defRPr sz="1800"/>
            </a:pPr>
            <a:r>
              <a:t>Gobernanza: revision semanal con reglas de corte por KPI.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619" y="274638"/>
            <a:ext cx="7694762" cy="1143000"/>
          </a:xfrm>
        </p:spPr>
        <p:txBody>
          <a:bodyPr/>
          <a:lstStyle/>
          <a:p>
            <a:r>
              <a:rPr dirty="0"/>
              <a:t>Impacto </a:t>
            </a:r>
            <a:r>
              <a:rPr dirty="0" err="1"/>
              <a:t>economico</a:t>
            </a:r>
            <a:r>
              <a:rPr dirty="0"/>
              <a:t> </a:t>
            </a:r>
            <a:r>
              <a:rPr dirty="0" err="1"/>
              <a:t>esperado</a:t>
            </a:r>
            <a:endParaRPr dirty="0"/>
          </a:p>
        </p:txBody>
      </p:sp>
      <p:pic>
        <p:nvPicPr>
          <p:cNvPr id="3" name="Picture 2" descr="escenarios_impacto_ingr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2572936"/>
            <a:ext cx="7694762" cy="38142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4619" y="1423816"/>
            <a:ext cx="76947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rPr sz="1400" dirty="0" err="1"/>
              <a:t>Escenarios</a:t>
            </a:r>
            <a:r>
              <a:rPr sz="1400" dirty="0"/>
              <a:t> de uplift (</a:t>
            </a:r>
            <a:r>
              <a:rPr sz="1400" dirty="0" err="1"/>
              <a:t>sobre</a:t>
            </a:r>
            <a:r>
              <a:rPr sz="1400" dirty="0"/>
              <a:t> </a:t>
            </a:r>
            <a:r>
              <a:rPr sz="1400" dirty="0" err="1"/>
              <a:t>combinacion</a:t>
            </a:r>
            <a:r>
              <a:rPr sz="1400" dirty="0"/>
              <a:t> </a:t>
            </a:r>
            <a:r>
              <a:rPr sz="1400" dirty="0" err="1"/>
              <a:t>lider</a:t>
            </a:r>
            <a:r>
              <a:rPr sz="1400" dirty="0"/>
              <a:t>)</a:t>
            </a:r>
          </a:p>
          <a:p>
            <a:pPr>
              <a:defRPr sz="1400"/>
            </a:pPr>
            <a:r>
              <a:rPr sz="1400" dirty="0" err="1"/>
              <a:t>Conservador</a:t>
            </a:r>
            <a:r>
              <a:rPr sz="1400" dirty="0"/>
              <a:t>: +$30,675</a:t>
            </a:r>
          </a:p>
          <a:p>
            <a:pPr>
              <a:defRPr sz="1400"/>
            </a:pPr>
            <a:r>
              <a:rPr sz="1400" dirty="0"/>
              <a:t>Base: +$61,212</a:t>
            </a:r>
          </a:p>
          <a:p>
            <a:pPr>
              <a:defRPr sz="1400"/>
            </a:pPr>
            <a:r>
              <a:rPr sz="1400" dirty="0" err="1"/>
              <a:t>Agresivo</a:t>
            </a:r>
            <a:r>
              <a:rPr sz="1400" dirty="0"/>
              <a:t>: +$94,658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30-60-90 dias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0-30: </a:t>
            </a:r>
            <a:r>
              <a:rPr dirty="0" err="1"/>
              <a:t>activar</a:t>
            </a:r>
            <a:r>
              <a:rPr dirty="0"/>
              <a:t> </a:t>
            </a:r>
            <a:r>
              <a:rPr dirty="0" err="1"/>
              <a:t>piloto</a:t>
            </a:r>
            <a:r>
              <a:rPr dirty="0"/>
              <a:t>, </a:t>
            </a:r>
            <a:r>
              <a:rPr dirty="0" err="1"/>
              <a:t>definir</a:t>
            </a:r>
            <a:r>
              <a:rPr dirty="0"/>
              <a:t> baseline y </a:t>
            </a:r>
            <a:r>
              <a:rPr dirty="0" err="1"/>
              <a:t>tablero</a:t>
            </a:r>
            <a:r>
              <a:rPr dirty="0"/>
              <a:t> de </a:t>
            </a:r>
            <a:r>
              <a:rPr dirty="0" err="1"/>
              <a:t>seguimiento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31-60: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pruebas</a:t>
            </a:r>
            <a:r>
              <a:rPr dirty="0"/>
              <a:t> A/B </a:t>
            </a:r>
            <a:r>
              <a:rPr dirty="0" err="1"/>
              <a:t>por</a:t>
            </a:r>
            <a:r>
              <a:rPr dirty="0"/>
              <a:t> canal (</a:t>
            </a:r>
            <a:r>
              <a:rPr dirty="0" err="1"/>
              <a:t>mensaje</a:t>
            </a:r>
            <a:r>
              <a:rPr dirty="0"/>
              <a:t>, CTA, landing).</a:t>
            </a:r>
          </a:p>
          <a:p>
            <a:pPr>
              <a:defRPr sz="1800"/>
            </a:pPr>
            <a:r>
              <a:rPr dirty="0"/>
              <a:t>61-90: </a:t>
            </a:r>
            <a:r>
              <a:rPr dirty="0" err="1"/>
              <a:t>escalar</a:t>
            </a:r>
            <a:r>
              <a:rPr dirty="0"/>
              <a:t> </a:t>
            </a:r>
            <a:r>
              <a:rPr dirty="0" err="1"/>
              <a:t>ganadores</a:t>
            </a:r>
            <a:r>
              <a:rPr dirty="0"/>
              <a:t> y </a:t>
            </a:r>
            <a:r>
              <a:rPr dirty="0" err="1"/>
              <a:t>formalizar</a:t>
            </a:r>
            <a:r>
              <a:rPr dirty="0"/>
              <a:t> </a:t>
            </a:r>
            <a:r>
              <a:rPr dirty="0" err="1"/>
              <a:t>regla</a:t>
            </a:r>
            <a:r>
              <a:rPr dirty="0"/>
              <a:t> de </a:t>
            </a:r>
            <a:r>
              <a:rPr dirty="0" err="1"/>
              <a:t>rebalanceo</a:t>
            </a:r>
            <a:r>
              <a:rPr dirty="0"/>
              <a:t> de </a:t>
            </a:r>
            <a:r>
              <a:rPr dirty="0" err="1"/>
              <a:t>presupuesto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Responsables</a:t>
            </a:r>
            <a:r>
              <a:rPr dirty="0"/>
              <a:t> </a:t>
            </a:r>
            <a:r>
              <a:rPr dirty="0" err="1"/>
              <a:t>sugeridos</a:t>
            </a:r>
            <a:r>
              <a:rPr dirty="0"/>
              <a:t>: Marketing Performance, BI y Ventas.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Riesgos</a:t>
            </a:r>
            <a:r>
              <a:rPr dirty="0"/>
              <a:t> clave y </a:t>
            </a:r>
            <a:r>
              <a:rPr dirty="0" err="1"/>
              <a:t>mitigaciones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Riesgo: </a:t>
            </a:r>
            <a:r>
              <a:rPr dirty="0" err="1"/>
              <a:t>fatiga</a:t>
            </a:r>
            <a:r>
              <a:rPr dirty="0"/>
              <a:t> de audiencia </a:t>
            </a:r>
            <a:r>
              <a:rPr dirty="0" err="1"/>
              <a:t>en</a:t>
            </a:r>
            <a:r>
              <a:rPr dirty="0"/>
              <a:t> canal </a:t>
            </a:r>
            <a:r>
              <a:rPr dirty="0" err="1"/>
              <a:t>lider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Mitigacion</a:t>
            </a:r>
            <a:r>
              <a:rPr dirty="0"/>
              <a:t>: </a:t>
            </a:r>
            <a:r>
              <a:rPr dirty="0" err="1"/>
              <a:t>rotacion</a:t>
            </a:r>
            <a:r>
              <a:rPr dirty="0"/>
              <a:t> </a:t>
            </a:r>
            <a:r>
              <a:rPr dirty="0" err="1"/>
              <a:t>creativa</a:t>
            </a:r>
            <a:r>
              <a:rPr dirty="0"/>
              <a:t> </a:t>
            </a:r>
            <a:r>
              <a:rPr dirty="0" err="1"/>
              <a:t>semanal</a:t>
            </a:r>
            <a:r>
              <a:rPr dirty="0"/>
              <a:t> y </a:t>
            </a:r>
            <a:r>
              <a:rPr dirty="0" err="1"/>
              <a:t>frecuencia</a:t>
            </a:r>
            <a:r>
              <a:rPr dirty="0"/>
              <a:t> maxima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segmento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Riesgo: </a:t>
            </a:r>
            <a:r>
              <a:rPr dirty="0" err="1"/>
              <a:t>mejora</a:t>
            </a:r>
            <a:r>
              <a:rPr dirty="0"/>
              <a:t> de </a:t>
            </a:r>
            <a:r>
              <a:rPr dirty="0" err="1"/>
              <a:t>volumen</a:t>
            </a:r>
            <a:r>
              <a:rPr dirty="0"/>
              <a:t> con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calidad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Mitigacion</a:t>
            </a:r>
            <a:r>
              <a:rPr dirty="0"/>
              <a:t>: </a:t>
            </a:r>
            <a:r>
              <a:rPr dirty="0" err="1"/>
              <a:t>umbrales</a:t>
            </a:r>
            <a:r>
              <a:rPr dirty="0"/>
              <a:t> </a:t>
            </a:r>
            <a:r>
              <a:rPr dirty="0" err="1"/>
              <a:t>minimos</a:t>
            </a:r>
            <a:r>
              <a:rPr dirty="0"/>
              <a:t> de conversion y ticket antes de </a:t>
            </a:r>
            <a:r>
              <a:rPr dirty="0" err="1"/>
              <a:t>escalar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Riesgo: </a:t>
            </a:r>
            <a:r>
              <a:rPr dirty="0" err="1"/>
              <a:t>sesgo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estacionalidad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Mitigacion</a:t>
            </a:r>
            <a:r>
              <a:rPr dirty="0"/>
              <a:t>: </a:t>
            </a:r>
            <a:r>
              <a:rPr dirty="0" err="1"/>
              <a:t>comparar</a:t>
            </a:r>
            <a:r>
              <a:rPr dirty="0"/>
              <a:t> contra control </a:t>
            </a:r>
            <a:r>
              <a:rPr dirty="0" err="1"/>
              <a:t>historico</a:t>
            </a:r>
            <a:r>
              <a:rPr dirty="0"/>
              <a:t> de 4 </a:t>
            </a:r>
            <a:r>
              <a:rPr dirty="0" err="1"/>
              <a:t>semanas</a:t>
            </a:r>
            <a:r>
              <a:rPr dirty="0"/>
              <a:t> previas.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Gobernanza semanal de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KPIs primarios: Ingresos, Conversion.</a:t>
            </a:r>
          </a:p>
          <a:p>
            <a:pPr>
              <a:defRPr sz="1800"/>
            </a:pPr>
            <a:r>
              <a:t>KPIs secundarios: Ticket promedio, Share de nuevos, Tiempo en sitio.</a:t>
            </a:r>
          </a:p>
          <a:p>
            <a:pPr>
              <a:defRPr sz="1800"/>
            </a:pPr>
            <a:r>
              <a:t>Regla de accion: pausar tacticas con -10% de conversion vs baseline por 2 semanas.</a:t>
            </a:r>
          </a:p>
          <a:p>
            <a:pPr>
              <a:defRPr sz="1800"/>
            </a:pPr>
            <a:r>
              <a:t>Comite semanal: validar resultados y reasignar presupuesto por evidencia.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Siguiente paso para aprobacion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Aprobacion requerida hoy: piloto de 4 semanas y presupuesto asociado.</a:t>
            </a:r>
          </a:p>
          <a:p>
            <a:pPr>
              <a:defRPr sz="1800"/>
            </a:pPr>
            <a:r>
              <a:t>Fecha de checkpoint ejecutivo: semana 2.</a:t>
            </a:r>
          </a:p>
          <a:p>
            <a:pPr>
              <a:defRPr sz="1800"/>
            </a:pPr>
            <a:r>
              <a:t>Criterio de exito: uplift positivo de ingresos con conversion estable o mejor.</a:t>
            </a:r>
          </a:p>
          <a:p>
            <a:pPr>
              <a:defRPr sz="1800"/>
            </a:pPr>
            <a:r>
              <a:t>Entregable final: plan de escalamiento trimestral basado en resultados.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358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Plan Ejecutivo de Crecimiento de Marketing</vt:lpstr>
      <vt:lpstr>Snapshot Ejecutivo (situacion actual)</vt:lpstr>
      <vt:lpstr>Decision solicitada hoy</vt:lpstr>
      <vt:lpstr>Impacto economico esperado</vt:lpstr>
      <vt:lpstr>Plan 30-60-90 dias</vt:lpstr>
      <vt:lpstr>Riesgos clave y mitigaciones</vt:lpstr>
      <vt:lpstr>Gobernanza semanal de KPIs</vt:lpstr>
      <vt:lpstr>Siguiente paso para aprobacion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Daviel Albornoz</cp:lastModifiedBy>
  <cp:revision>1</cp:revision>
  <dcterms:created xsi:type="dcterms:W3CDTF">2013-01-27T09:14:16Z</dcterms:created>
  <dcterms:modified xsi:type="dcterms:W3CDTF">2026-05-10T14:26:07Z</dcterms:modified>
  <cp:category/>
</cp:coreProperties>
</file>