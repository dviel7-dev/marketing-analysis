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l Albornoz" userId="857ece188491afe8" providerId="LiveId" clId="{3C17915A-1069-4FE4-9A9E-9F34E597328D}"/>
    <pc:docChg chg="modSld">
      <pc:chgData name="Daviel Albornoz" userId="857ece188491afe8" providerId="LiveId" clId="{3C17915A-1069-4FE4-9A9E-9F34E597328D}" dt="2026-05-09T18:33:31.529" v="16" actId="255"/>
      <pc:docMkLst>
        <pc:docMk/>
      </pc:docMkLst>
      <pc:sldChg chg="modSp mod">
        <pc:chgData name="Daviel Albornoz" userId="857ece188491afe8" providerId="LiveId" clId="{3C17915A-1069-4FE4-9A9E-9F34E597328D}" dt="2026-05-09T18:32:11.716" v="5" actId="14100"/>
        <pc:sldMkLst>
          <pc:docMk/>
          <pc:sldMk cId="0" sldId="258"/>
        </pc:sldMkLst>
        <pc:spChg chg="mod">
          <ac:chgData name="Daviel Albornoz" userId="857ece188491afe8" providerId="LiveId" clId="{3C17915A-1069-4FE4-9A9E-9F34E597328D}" dt="2026-05-09T18:31:46.495" v="0" actId="1076"/>
          <ac:spMkLst>
            <pc:docMk/>
            <pc:sldMk cId="0" sldId="258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09T18:32:11.716" v="5" actId="14100"/>
          <ac:picMkLst>
            <pc:docMk/>
            <pc:sldMk cId="0" sldId="258"/>
            <ac:picMk id="3" creationId="{00000000-0000-0000-0000-000000000000}"/>
          </ac:picMkLst>
        </pc:picChg>
      </pc:sldChg>
      <pc:sldChg chg="modSp mod">
        <pc:chgData name="Daviel Albornoz" userId="857ece188491afe8" providerId="LiveId" clId="{3C17915A-1069-4FE4-9A9E-9F34E597328D}" dt="2026-05-09T18:32:39.853" v="10" actId="14100"/>
        <pc:sldMkLst>
          <pc:docMk/>
          <pc:sldMk cId="0" sldId="259"/>
        </pc:sldMkLst>
        <pc:spChg chg="mod">
          <ac:chgData name="Daviel Albornoz" userId="857ece188491afe8" providerId="LiveId" clId="{3C17915A-1069-4FE4-9A9E-9F34E597328D}" dt="2026-05-09T18:32:23.877" v="7" actId="1076"/>
          <ac:spMkLst>
            <pc:docMk/>
            <pc:sldMk cId="0" sldId="259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09T18:32:39.853" v="10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Daviel Albornoz" userId="857ece188491afe8" providerId="LiveId" clId="{3C17915A-1069-4FE4-9A9E-9F34E597328D}" dt="2026-05-09T18:33:00.606" v="14" actId="14100"/>
        <pc:sldMkLst>
          <pc:docMk/>
          <pc:sldMk cId="0" sldId="260"/>
        </pc:sldMkLst>
        <pc:spChg chg="mod">
          <ac:chgData name="Daviel Albornoz" userId="857ece188491afe8" providerId="LiveId" clId="{3C17915A-1069-4FE4-9A9E-9F34E597328D}" dt="2026-05-09T18:32:48.718" v="11" actId="1076"/>
          <ac:spMkLst>
            <pc:docMk/>
            <pc:sldMk cId="0" sldId="260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09T18:33:00.606" v="14" actId="14100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Daviel Albornoz" userId="857ece188491afe8" providerId="LiveId" clId="{3C17915A-1069-4FE4-9A9E-9F34E597328D}" dt="2026-05-09T18:33:31.529" v="16" actId="255"/>
        <pc:sldMkLst>
          <pc:docMk/>
          <pc:sldMk cId="0" sldId="261"/>
        </pc:sldMkLst>
        <pc:spChg chg="mod">
          <ac:chgData name="Daviel Albornoz" userId="857ece188491afe8" providerId="LiveId" clId="{3C17915A-1069-4FE4-9A9E-9F34E597328D}" dt="2026-05-09T18:33:31.529" v="16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Daviel Albornoz" userId="857ece188491afe8" providerId="LiveId" clId="{3C17915A-1069-4FE4-9A9E-9F34E597328D}" dt="2026-05-09T18:33:20.946" v="15" actId="255"/>
        <pc:sldMkLst>
          <pc:docMk/>
          <pc:sldMk cId="0" sldId="262"/>
        </pc:sldMkLst>
        <pc:spChg chg="mod">
          <ac:chgData name="Daviel Albornoz" userId="857ece188491afe8" providerId="LiveId" clId="{3C17915A-1069-4FE4-9A9E-9F34E597328D}" dt="2026-05-09T18:33:20.946" v="15" actId="255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Rendimiento de Campanas de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 ejecutivo: insights por campana, canal y tipo de cliente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Interacciones totales: 100,000</a:t>
            </a:r>
          </a:p>
          <a:p>
            <a:r>
              <a:t>Ingresos totales: $2,314,742.53</a:t>
            </a:r>
          </a:p>
          <a:p>
            <a:r>
              <a:t>Tasa de conversion: 47.71%</a:t>
            </a:r>
          </a:p>
          <a:p>
            <a:r>
              <a:t>Tiempo promedio en sitio: 134.6 seg</a:t>
            </a:r>
          </a:p>
          <a:p>
            <a:r>
              <a:t>Ticket promedio (convertidos): $48.52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8229600" cy="1143000"/>
          </a:xfrm>
        </p:spPr>
        <p:txBody>
          <a:bodyPr/>
          <a:lstStyle/>
          <a:p>
            <a:r>
              <a:rPr dirty="0" err="1"/>
              <a:t>Ingresos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Canal y Campana</a:t>
            </a:r>
          </a:p>
        </p:txBody>
      </p:sp>
      <p:pic>
        <p:nvPicPr>
          <p:cNvPr id="3" name="Picture 2" descr="revenue_by_channel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752"/>
            <a:ext cx="9144000" cy="5776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170"/>
            <a:ext cx="8229600" cy="1143000"/>
          </a:xfrm>
        </p:spPr>
        <p:txBody>
          <a:bodyPr/>
          <a:lstStyle/>
          <a:p>
            <a:r>
              <a:rPr dirty="0"/>
              <a:t>Mapa de Calor de Conversion</a:t>
            </a:r>
          </a:p>
        </p:txBody>
      </p:sp>
      <p:pic>
        <p:nvPicPr>
          <p:cNvPr id="3" name="Picture 2" descr="conver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170"/>
            <a:ext cx="9144000" cy="5665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46"/>
            <a:ext cx="8229600" cy="1143000"/>
          </a:xfrm>
        </p:spPr>
        <p:txBody>
          <a:bodyPr/>
          <a:lstStyle/>
          <a:p>
            <a:r>
              <a:rPr dirty="0" err="1"/>
              <a:t>Ingresos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Tipo de </a:t>
            </a:r>
            <a:r>
              <a:rPr dirty="0" err="1"/>
              <a:t>Cliente</a:t>
            </a:r>
            <a:endParaRPr dirty="0"/>
          </a:p>
        </p:txBody>
      </p:sp>
      <p:pic>
        <p:nvPicPr>
          <p:cNvPr id="3" name="Picture 2" descr="custome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36" y="1158846"/>
            <a:ext cx="9207836" cy="5699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La Campana B </a:t>
            </a:r>
            <a:r>
              <a:rPr sz="2800" dirty="0" err="1"/>
              <a:t>lidera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ingreso</a:t>
            </a:r>
            <a:r>
              <a:rPr sz="2800" dirty="0"/>
              <a:t> total </a:t>
            </a:r>
            <a:r>
              <a:rPr sz="2800" dirty="0" err="1"/>
              <a:t>debido</a:t>
            </a:r>
            <a:r>
              <a:rPr sz="2800" dirty="0"/>
              <a:t> a mayor </a:t>
            </a:r>
            <a:r>
              <a:rPr sz="2800" dirty="0" err="1"/>
              <a:t>escala</a:t>
            </a:r>
            <a:r>
              <a:rPr sz="2800" dirty="0"/>
              <a:t>.</a:t>
            </a:r>
          </a:p>
          <a:p>
            <a:r>
              <a:rPr sz="2800" dirty="0"/>
              <a:t>La </a:t>
            </a:r>
            <a:r>
              <a:rPr sz="2800" dirty="0" err="1"/>
              <a:t>eficiencia</a:t>
            </a:r>
            <a:r>
              <a:rPr sz="2800" dirty="0"/>
              <a:t> de conversion de Campana A es similar, </a:t>
            </a:r>
            <a:r>
              <a:rPr sz="2800" dirty="0" err="1"/>
              <a:t>por</a:t>
            </a:r>
            <a:r>
              <a:rPr sz="2800" dirty="0"/>
              <a:t> lo </a:t>
            </a:r>
            <a:r>
              <a:rPr sz="2800" dirty="0" err="1"/>
              <a:t>que</a:t>
            </a:r>
            <a:r>
              <a:rPr sz="2800" dirty="0"/>
              <a:t> </a:t>
            </a:r>
            <a:r>
              <a:rPr sz="2800" dirty="0" err="1"/>
              <a:t>importa</a:t>
            </a:r>
            <a:r>
              <a:rPr sz="2800" dirty="0"/>
              <a:t> mas la </a:t>
            </a:r>
            <a:r>
              <a:rPr sz="2800" dirty="0" err="1"/>
              <a:t>mezcla</a:t>
            </a:r>
            <a:r>
              <a:rPr sz="2800" dirty="0"/>
              <a:t> de canales.</a:t>
            </a:r>
          </a:p>
          <a:p>
            <a:r>
              <a:rPr sz="2800" dirty="0"/>
              <a:t>Email es </a:t>
            </a:r>
            <a:r>
              <a:rPr sz="2800" dirty="0" err="1"/>
              <a:t>el</a:t>
            </a:r>
            <a:r>
              <a:rPr sz="2800" dirty="0"/>
              <a:t> mayor canal de </a:t>
            </a:r>
            <a:r>
              <a:rPr sz="2800" dirty="0" err="1"/>
              <a:t>ingreso</a:t>
            </a:r>
            <a:r>
              <a:rPr sz="2800" dirty="0"/>
              <a:t>; Instagram es </a:t>
            </a:r>
            <a:r>
              <a:rPr sz="2800" dirty="0" err="1"/>
              <a:t>el</a:t>
            </a:r>
            <a:r>
              <a:rPr sz="2800" dirty="0"/>
              <a:t> canal mas </a:t>
            </a:r>
            <a:r>
              <a:rPr sz="2800" dirty="0" err="1"/>
              <a:t>eficiente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conversion.</a:t>
            </a:r>
          </a:p>
          <a:p>
            <a:r>
              <a:rPr sz="2800" dirty="0"/>
              <a:t>El principal </a:t>
            </a:r>
            <a:r>
              <a:rPr sz="2800" dirty="0" err="1"/>
              <a:t>impulsor</a:t>
            </a:r>
            <a:r>
              <a:rPr sz="2800" dirty="0"/>
              <a:t> de </a:t>
            </a:r>
            <a:r>
              <a:rPr sz="2800" dirty="0" err="1"/>
              <a:t>crecimiento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clientes</a:t>
            </a:r>
            <a:r>
              <a:rPr sz="2800" dirty="0"/>
              <a:t> </a:t>
            </a:r>
            <a:r>
              <a:rPr sz="2800" dirty="0" err="1"/>
              <a:t>nuevos</a:t>
            </a:r>
            <a:r>
              <a:rPr sz="2800" dirty="0"/>
              <a:t> es Campana B + Email.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Recomendaciones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Escalar</a:t>
            </a:r>
            <a:r>
              <a:rPr sz="2400" dirty="0"/>
              <a:t> inversion </a:t>
            </a:r>
            <a:r>
              <a:rPr sz="2400" dirty="0" err="1"/>
              <a:t>en</a:t>
            </a:r>
            <a:r>
              <a:rPr sz="2400" dirty="0"/>
              <a:t> B + Email </a:t>
            </a:r>
            <a:r>
              <a:rPr sz="2400" dirty="0" err="1"/>
              <a:t>porque</a:t>
            </a:r>
            <a:r>
              <a:rPr sz="2400" dirty="0"/>
              <a:t> es la </a:t>
            </a:r>
            <a:r>
              <a:rPr sz="2400" dirty="0" err="1"/>
              <a:t>combinacion</a:t>
            </a:r>
            <a:r>
              <a:rPr sz="2400" dirty="0"/>
              <a:t> con mayor </a:t>
            </a:r>
            <a:r>
              <a:rPr sz="2400" dirty="0" err="1"/>
              <a:t>ingreso</a:t>
            </a:r>
            <a:r>
              <a:rPr sz="2400" dirty="0"/>
              <a:t> total ($533,037).</a:t>
            </a:r>
          </a:p>
          <a:p>
            <a:r>
              <a:rPr sz="2400" dirty="0" err="1"/>
              <a:t>Priorizar</a:t>
            </a:r>
            <a:r>
              <a:rPr sz="2400" dirty="0"/>
              <a:t> </a:t>
            </a:r>
            <a:r>
              <a:rPr sz="2400" dirty="0" err="1"/>
              <a:t>adquisicion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B + Email </a:t>
            </a:r>
            <a:r>
              <a:rPr sz="2400" dirty="0" err="1"/>
              <a:t>donde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ingreso</a:t>
            </a:r>
            <a:r>
              <a:rPr sz="2400" dirty="0"/>
              <a:t> de </a:t>
            </a:r>
            <a:r>
              <a:rPr sz="2400" dirty="0" err="1"/>
              <a:t>clientes</a:t>
            </a:r>
            <a:r>
              <a:rPr sz="2400" dirty="0"/>
              <a:t> </a:t>
            </a:r>
            <a:r>
              <a:rPr sz="2400" dirty="0" err="1"/>
              <a:t>nuevos</a:t>
            </a:r>
            <a:r>
              <a:rPr sz="2400" dirty="0"/>
              <a:t> es mas alto ($225,286).</a:t>
            </a:r>
          </a:p>
          <a:p>
            <a:r>
              <a:rPr sz="2400" dirty="0" err="1"/>
              <a:t>Mantener</a:t>
            </a:r>
            <a:r>
              <a:rPr sz="2400" dirty="0"/>
              <a:t> Email </a:t>
            </a:r>
            <a:r>
              <a:rPr sz="2400" dirty="0" err="1"/>
              <a:t>como</a:t>
            </a:r>
            <a:r>
              <a:rPr sz="2400" dirty="0"/>
              <a:t> canal principal de </a:t>
            </a:r>
            <a:r>
              <a:rPr sz="2400" dirty="0" err="1"/>
              <a:t>ingreso</a:t>
            </a:r>
            <a:r>
              <a:rPr sz="2400" dirty="0"/>
              <a:t> y </a:t>
            </a:r>
            <a:r>
              <a:rPr sz="2400" dirty="0" err="1"/>
              <a:t>optimizar</a:t>
            </a:r>
            <a:r>
              <a:rPr sz="2400" dirty="0"/>
              <a:t> </a:t>
            </a:r>
            <a:r>
              <a:rPr sz="2400" dirty="0" err="1"/>
              <a:t>pruebas</a:t>
            </a:r>
            <a:r>
              <a:rPr sz="2400" dirty="0"/>
              <a:t> </a:t>
            </a:r>
            <a:r>
              <a:rPr sz="2400" dirty="0" err="1"/>
              <a:t>creativas</a:t>
            </a:r>
            <a:r>
              <a:rPr sz="2400" dirty="0"/>
              <a:t> para </a:t>
            </a:r>
            <a:r>
              <a:rPr sz="2400" dirty="0" err="1"/>
              <a:t>elevar</a:t>
            </a:r>
            <a:r>
              <a:rPr sz="2400" dirty="0"/>
              <a:t> conversion sin </a:t>
            </a:r>
            <a:r>
              <a:rPr sz="2400" dirty="0" err="1"/>
              <a:t>perder</a:t>
            </a:r>
            <a:r>
              <a:rPr sz="2400" dirty="0"/>
              <a:t> </a:t>
            </a:r>
            <a:r>
              <a:rPr sz="2400" dirty="0" err="1"/>
              <a:t>escala</a:t>
            </a:r>
            <a:r>
              <a:rPr sz="2400" dirty="0"/>
              <a:t>.</a:t>
            </a:r>
          </a:p>
          <a:p>
            <a:r>
              <a:rPr sz="2400" dirty="0" err="1"/>
              <a:t>Implementar</a:t>
            </a:r>
            <a:r>
              <a:rPr sz="2400" dirty="0"/>
              <a:t> landing pages y </a:t>
            </a:r>
            <a:r>
              <a:rPr sz="2400" dirty="0" err="1"/>
              <a:t>mensajes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canal </a:t>
            </a:r>
            <a:r>
              <a:rPr sz="2400" dirty="0" err="1"/>
              <a:t>diferenciando</a:t>
            </a:r>
            <a:r>
              <a:rPr sz="2400" dirty="0"/>
              <a:t> </a:t>
            </a:r>
            <a:r>
              <a:rPr sz="2400" dirty="0" err="1"/>
              <a:t>clientes</a:t>
            </a:r>
            <a:r>
              <a:rPr sz="2400" dirty="0"/>
              <a:t> </a:t>
            </a:r>
            <a:r>
              <a:rPr sz="2400" dirty="0" err="1"/>
              <a:t>nuevos</a:t>
            </a:r>
            <a:r>
              <a:rPr sz="2400" dirty="0"/>
              <a:t> y </a:t>
            </a:r>
            <a:r>
              <a:rPr sz="2400" dirty="0" err="1"/>
              <a:t>existentes</a:t>
            </a:r>
            <a:r>
              <a:rPr sz="2400" dirty="0"/>
              <a:t>.</a:t>
            </a:r>
          </a:p>
          <a:p>
            <a:r>
              <a:rPr sz="2400" dirty="0" err="1"/>
              <a:t>Monitorear</a:t>
            </a:r>
            <a:r>
              <a:rPr sz="2400" dirty="0"/>
              <a:t> KPIs </a:t>
            </a:r>
            <a:r>
              <a:rPr sz="2400" dirty="0" err="1"/>
              <a:t>semanalmente</a:t>
            </a:r>
            <a:r>
              <a:rPr sz="2400" dirty="0"/>
              <a:t> (conversion, </a:t>
            </a:r>
            <a:r>
              <a:rPr sz="2400" dirty="0" err="1"/>
              <a:t>ingreso</a:t>
            </a:r>
            <a:r>
              <a:rPr sz="2400" dirty="0"/>
              <a:t> y ticket) para </a:t>
            </a:r>
            <a:r>
              <a:rPr sz="2400" dirty="0" err="1"/>
              <a:t>reasignar</a:t>
            </a:r>
            <a:r>
              <a:rPr sz="2400" dirty="0"/>
              <a:t> </a:t>
            </a:r>
            <a:r>
              <a:rPr sz="2400" dirty="0" err="1"/>
              <a:t>presupuesto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forma </a:t>
            </a:r>
            <a:r>
              <a:rPr sz="2400" dirty="0" err="1"/>
              <a:t>dinamica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Rendimiento de Campanas de Marketing</vt:lpstr>
      <vt:lpstr>Resumen de KPIs</vt:lpstr>
      <vt:lpstr>Ingresos por Canal y Campana</vt:lpstr>
      <vt:lpstr>Mapa de Calor de Conversion</vt:lpstr>
      <vt:lpstr>Ingresos por Tipo de Cliente</vt:lpstr>
      <vt:lpstr>Conclusiones</vt:lpstr>
      <vt:lpstr>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Daviel Albornoz</cp:lastModifiedBy>
  <cp:revision>1</cp:revision>
  <dcterms:created xsi:type="dcterms:W3CDTF">2013-01-27T09:14:16Z</dcterms:created>
  <dcterms:modified xsi:type="dcterms:W3CDTF">2026-05-09T18:33:40Z</dcterms:modified>
  <cp:category/>
</cp:coreProperties>
</file>